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51A87-F77E-45D5-A9C2-A07C552094CD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B46C7-067C-4AC4-AFD3-0B4DAFDB53E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B46C7-067C-4AC4-AFD3-0B4DAFDB53E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CE50C7F6-6857-48FE-A099-748EE930AF13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72FECB1F-AB1E-4483-BC8A-78A66C42748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762000"/>
            <a:ext cx="7772400" cy="1828800"/>
          </a:xfrm>
        </p:spPr>
        <p:txBody>
          <a:bodyPr/>
          <a:lstStyle/>
          <a:p>
            <a:r>
              <a:rPr lang="en-US" dirty="0" err="1" smtClean="0"/>
              <a:t>Zomato</a:t>
            </a:r>
            <a:r>
              <a:rPr lang="en-US" dirty="0" smtClean="0"/>
              <a:t> Data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Insights from Restaurant Listings Dataset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260848"/>
          </a:xfrm>
        </p:spPr>
        <p:txBody>
          <a:bodyPr>
            <a:normAutofit/>
          </a:bodyPr>
          <a:lstStyle/>
          <a:p>
            <a:r>
              <a:rPr lang="en-US" b="1" dirty="0" smtClean="0"/>
              <a:t>Title:</a:t>
            </a:r>
            <a:r>
              <a:rPr lang="en-US" dirty="0" smtClean="0"/>
              <a:t> </a:t>
            </a:r>
            <a:r>
              <a:rPr lang="en-US" dirty="0" err="1" smtClean="0"/>
              <a:t>Zomato</a:t>
            </a:r>
            <a:r>
              <a:rPr lang="en-US" dirty="0" smtClean="0"/>
              <a:t> Data Analysis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/>
              <a:t>Subtitle:</a:t>
            </a:r>
            <a:r>
              <a:rPr lang="en-US" dirty="0" smtClean="0"/>
              <a:t> Exploratory Data Analysis &amp; Insights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/>
              <a:t>Author:</a:t>
            </a:r>
            <a:r>
              <a:rPr lang="en-US" dirty="0" smtClean="0"/>
              <a:t> </a:t>
            </a:r>
            <a:r>
              <a:rPr lang="en-US" dirty="0" err="1" smtClean="0"/>
              <a:t>Sahil</a:t>
            </a:r>
            <a:r>
              <a:rPr lang="en-US" dirty="0" smtClean="0"/>
              <a:t> </a:t>
            </a:r>
            <a:r>
              <a:rPr lang="en-US" dirty="0" err="1" smtClean="0"/>
              <a:t>Dahariya</a:t>
            </a:r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/>
              <a:t>Tools Used:</a:t>
            </a:r>
            <a:r>
              <a:rPr lang="en-US" dirty="0" smtClean="0"/>
              <a:t> Python, Pandas, </a:t>
            </a:r>
            <a:r>
              <a:rPr lang="en-US" dirty="0" err="1" smtClean="0"/>
              <a:t>Matplotlib</a:t>
            </a:r>
            <a:r>
              <a:rPr lang="en-US" dirty="0" smtClean="0"/>
              <a:t>,              </a:t>
            </a:r>
            <a:r>
              <a:rPr lang="en-US" dirty="0" err="1" smtClean="0"/>
              <a:t>Seaborn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18388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Slide 2: Introduction</a:t>
            </a:r>
          </a:p>
          <a:p>
            <a:endParaRPr lang="en-US" dirty="0" smtClean="0"/>
          </a:p>
          <a:p>
            <a:r>
              <a:rPr lang="en-US" dirty="0" err="1" smtClean="0"/>
              <a:t>Zomato</a:t>
            </a:r>
            <a:r>
              <a:rPr lang="en-US" dirty="0" smtClean="0"/>
              <a:t> is a global restaurant discovery and food delivery platform </a:t>
            </a:r>
          </a:p>
          <a:p>
            <a:endParaRPr lang="en-US" dirty="0" smtClean="0"/>
          </a:p>
          <a:p>
            <a:r>
              <a:rPr lang="en-US" dirty="0" smtClean="0"/>
              <a:t>Dataset contains information about: </a:t>
            </a:r>
          </a:p>
          <a:p>
            <a:pPr lvl="1"/>
            <a:r>
              <a:rPr lang="en-US" dirty="0" smtClean="0"/>
              <a:t>Restaurants </a:t>
            </a:r>
          </a:p>
          <a:p>
            <a:pPr lvl="1"/>
            <a:r>
              <a:rPr lang="en-US" dirty="0" smtClean="0"/>
              <a:t>Ratings </a:t>
            </a:r>
          </a:p>
          <a:p>
            <a:pPr lvl="1"/>
            <a:r>
              <a:rPr lang="en-US" dirty="0" smtClean="0"/>
              <a:t>Locations </a:t>
            </a:r>
          </a:p>
          <a:p>
            <a:pPr lvl="1"/>
            <a:r>
              <a:rPr lang="en-US" dirty="0" smtClean="0"/>
              <a:t>Cuisines </a:t>
            </a:r>
          </a:p>
          <a:p>
            <a:pPr lvl="1"/>
            <a:r>
              <a:rPr lang="en-US" dirty="0" smtClean="0"/>
              <a:t>Cost for two </a:t>
            </a:r>
          </a:p>
          <a:p>
            <a:endParaRPr lang="en-US" dirty="0" smtClean="0"/>
          </a:p>
          <a:p>
            <a:r>
              <a:rPr lang="en-US" dirty="0" smtClean="0"/>
              <a:t>Goal: Extract insights and understand customer preferences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184648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Slide 3: Objectives</a:t>
            </a:r>
          </a:p>
          <a:p>
            <a:endParaRPr lang="en-US" dirty="0" smtClean="0"/>
          </a:p>
          <a:p>
            <a:r>
              <a:rPr lang="en-US" dirty="0" smtClean="0"/>
              <a:t>Analyze restaurant distribution by city </a:t>
            </a:r>
          </a:p>
          <a:p>
            <a:endParaRPr lang="en-US" dirty="0" smtClean="0"/>
          </a:p>
          <a:p>
            <a:r>
              <a:rPr lang="en-US" dirty="0" smtClean="0"/>
              <a:t>Identify popular cuisines </a:t>
            </a:r>
          </a:p>
          <a:p>
            <a:endParaRPr lang="en-US" dirty="0" smtClean="0"/>
          </a:p>
          <a:p>
            <a:r>
              <a:rPr lang="en-US" dirty="0" smtClean="0"/>
              <a:t>Study rating patterns </a:t>
            </a:r>
          </a:p>
          <a:p>
            <a:endParaRPr lang="en-US" dirty="0" smtClean="0"/>
          </a:p>
          <a:p>
            <a:r>
              <a:rPr lang="en-US" dirty="0" smtClean="0"/>
              <a:t>Understand cost </a:t>
            </a:r>
            <a:r>
              <a:rPr lang="en-US" dirty="0" err="1" smtClean="0"/>
              <a:t>vs</a:t>
            </a:r>
            <a:r>
              <a:rPr lang="en-US" dirty="0" smtClean="0"/>
              <a:t> rating relationship </a:t>
            </a:r>
          </a:p>
          <a:p>
            <a:endParaRPr lang="en-US" dirty="0" smtClean="0"/>
          </a:p>
          <a:p>
            <a:r>
              <a:rPr lang="en-US" dirty="0" smtClean="0"/>
              <a:t>Detect trends in online delivery &amp; table booking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26084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Slide 4: Dataset Overview</a:t>
            </a:r>
          </a:p>
          <a:p>
            <a:endParaRPr lang="en-US" dirty="0" smtClean="0"/>
          </a:p>
          <a:p>
            <a:r>
              <a:rPr lang="en-US" dirty="0" smtClean="0"/>
              <a:t>Number of records: ~148 </a:t>
            </a:r>
          </a:p>
          <a:p>
            <a:endParaRPr lang="en-US" dirty="0" smtClean="0"/>
          </a:p>
          <a:p>
            <a:r>
              <a:rPr lang="en-US" dirty="0" smtClean="0"/>
              <a:t>Key features: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Restaurant Name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Location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Cuisines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Average Cost for Two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Rating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Votes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Online Delivery (Yes/No)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184648"/>
          </a:xfrm>
        </p:spPr>
        <p:txBody>
          <a:bodyPr>
            <a:normAutofit/>
          </a:bodyPr>
          <a:lstStyle/>
          <a:p>
            <a:r>
              <a:rPr lang="en-US" b="1" dirty="0" smtClean="0"/>
              <a:t>Slide 5: Data Cleaning</a:t>
            </a:r>
          </a:p>
          <a:p>
            <a:endParaRPr lang="en-US" dirty="0" smtClean="0"/>
          </a:p>
          <a:p>
            <a:r>
              <a:rPr lang="en-US" dirty="0" smtClean="0"/>
              <a:t>Removed missing/null values </a:t>
            </a:r>
          </a:p>
          <a:p>
            <a:endParaRPr lang="en-US" dirty="0" smtClean="0"/>
          </a:p>
          <a:p>
            <a:r>
              <a:rPr lang="en-US" dirty="0" smtClean="0"/>
              <a:t>Converted ratings to numeric format </a:t>
            </a:r>
          </a:p>
          <a:p>
            <a:endParaRPr lang="en-US" dirty="0" smtClean="0"/>
          </a:p>
          <a:p>
            <a:r>
              <a:rPr lang="en-US" dirty="0" smtClean="0"/>
              <a:t>Filtered invalid entries (e.g., “NEW”, “-”) </a:t>
            </a:r>
          </a:p>
          <a:p>
            <a:endParaRPr lang="en-US" dirty="0" smtClean="0"/>
          </a:p>
          <a:p>
            <a:r>
              <a:rPr lang="en-US" dirty="0" smtClean="0"/>
              <a:t>Standardized column names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37048"/>
          </a:xfrm>
        </p:spPr>
        <p:txBody>
          <a:bodyPr>
            <a:normAutofit/>
          </a:bodyPr>
          <a:lstStyle/>
          <a:p>
            <a:r>
              <a:rPr lang="en-US" b="1" dirty="0" smtClean="0"/>
              <a:t>Slide 6: Restaurant Distribution</a:t>
            </a:r>
          </a:p>
          <a:p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 smtClean="0"/>
              <a:t>restaurants are concentrated in urban cities </a:t>
            </a:r>
          </a:p>
          <a:p>
            <a:endParaRPr lang="en-US" dirty="0" smtClean="0"/>
          </a:p>
          <a:p>
            <a:r>
              <a:rPr lang="en-US" dirty="0" smtClean="0"/>
              <a:t>High </a:t>
            </a:r>
            <a:r>
              <a:rPr lang="en-US" dirty="0" smtClean="0"/>
              <a:t>density in metro areas </a:t>
            </a:r>
          </a:p>
          <a:p>
            <a:endParaRPr lang="en-US" dirty="0" smtClean="0"/>
          </a:p>
          <a:p>
            <a:r>
              <a:rPr lang="en-US" dirty="0" smtClean="0"/>
              <a:t>Visualization</a:t>
            </a:r>
            <a:r>
              <a:rPr lang="en-US" dirty="0" smtClean="0"/>
              <a:t>: Bar chart (Restaurants per City)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37048"/>
          </a:xfrm>
        </p:spPr>
        <p:txBody>
          <a:bodyPr/>
          <a:lstStyle/>
          <a:p>
            <a:r>
              <a:rPr lang="en-US" b="1" dirty="0" smtClean="0"/>
              <a:t>Slide 7: Online Delivery Analysis</a:t>
            </a:r>
          </a:p>
          <a:p>
            <a:endParaRPr lang="en-US" dirty="0" smtClean="0"/>
          </a:p>
          <a:p>
            <a:r>
              <a:rPr lang="en-US" dirty="0" smtClean="0"/>
              <a:t>Majority </a:t>
            </a:r>
            <a:r>
              <a:rPr lang="en-US" dirty="0" smtClean="0"/>
              <a:t>of restaurants offer online delivery </a:t>
            </a:r>
          </a:p>
          <a:p>
            <a:endParaRPr lang="en-US" dirty="0" smtClean="0"/>
          </a:p>
          <a:p>
            <a:r>
              <a:rPr lang="en-US" dirty="0" smtClean="0"/>
              <a:t>Urban </a:t>
            </a:r>
            <a:r>
              <a:rPr lang="en-US" dirty="0" smtClean="0"/>
              <a:t>regions show higher adoption </a:t>
            </a:r>
          </a:p>
          <a:p>
            <a:endParaRPr lang="en-US" dirty="0" smtClean="0"/>
          </a:p>
          <a:p>
            <a:r>
              <a:rPr lang="en-US" dirty="0" smtClean="0"/>
              <a:t>Insight</a:t>
            </a:r>
            <a:r>
              <a:rPr lang="en-US" dirty="0" smtClean="0"/>
              <a:t>: Delivery is a key factor in business success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37048"/>
          </a:xfrm>
        </p:spPr>
        <p:txBody>
          <a:bodyPr/>
          <a:lstStyle/>
          <a:p>
            <a:r>
              <a:rPr lang="en-US" b="1" dirty="0" smtClean="0"/>
              <a:t>Slide 8: Ratings Distribution</a:t>
            </a:r>
          </a:p>
          <a:p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 smtClean="0"/>
              <a:t>ratings fall between </a:t>
            </a:r>
            <a:r>
              <a:rPr lang="en-US" b="1" dirty="0" smtClean="0"/>
              <a:t>3.5 – 4.5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Few </a:t>
            </a:r>
            <a:r>
              <a:rPr lang="en-US" dirty="0" smtClean="0"/>
              <a:t>restaurants have very low ratings </a:t>
            </a:r>
          </a:p>
          <a:p>
            <a:endParaRPr lang="en-US" dirty="0" smtClean="0"/>
          </a:p>
          <a:p>
            <a:r>
              <a:rPr lang="en-US" dirty="0" smtClean="0"/>
              <a:t>Visualization</a:t>
            </a:r>
            <a:r>
              <a:rPr lang="en-US" dirty="0" smtClean="0"/>
              <a:t>: Histogram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37048"/>
          </a:xfrm>
        </p:spPr>
        <p:txBody>
          <a:bodyPr/>
          <a:lstStyle/>
          <a:p>
            <a:r>
              <a:rPr lang="en-US" b="1" dirty="0" smtClean="0"/>
              <a:t>Slide 9: Cost </a:t>
            </a:r>
            <a:r>
              <a:rPr lang="en-US" b="1" dirty="0" err="1" smtClean="0"/>
              <a:t>vs</a:t>
            </a:r>
            <a:r>
              <a:rPr lang="en-US" b="1" dirty="0" smtClean="0"/>
              <a:t> Rating</a:t>
            </a:r>
          </a:p>
          <a:p>
            <a:endParaRPr lang="en-US" dirty="0" smtClean="0"/>
          </a:p>
          <a:p>
            <a:r>
              <a:rPr lang="en-US" dirty="0" smtClean="0"/>
              <a:t>Moderate-cost </a:t>
            </a:r>
            <a:r>
              <a:rPr lang="en-US" dirty="0" smtClean="0"/>
              <a:t>restaurants often have better ratings </a:t>
            </a:r>
          </a:p>
          <a:p>
            <a:endParaRPr lang="en-US" dirty="0" smtClean="0"/>
          </a:p>
          <a:p>
            <a:r>
              <a:rPr lang="en-US" dirty="0" smtClean="0"/>
              <a:t>Very </a:t>
            </a:r>
            <a:r>
              <a:rPr lang="en-US" dirty="0" smtClean="0"/>
              <a:t>high-cost restaurants don’t always guarantee high ratings </a:t>
            </a:r>
          </a:p>
          <a:p>
            <a:endParaRPr lang="en-US" dirty="0" smtClean="0"/>
          </a:p>
          <a:p>
            <a:r>
              <a:rPr lang="en-US" dirty="0" smtClean="0"/>
              <a:t>Visualization</a:t>
            </a:r>
            <a:r>
              <a:rPr lang="en-US" dirty="0" smtClean="0"/>
              <a:t>: Scatter plot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370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b="1" dirty="0" smtClean="0"/>
              <a:t>Slide 10: Popular Cuisines</a:t>
            </a:r>
          </a:p>
          <a:p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 smtClean="0"/>
              <a:t>common cuisines: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North </a:t>
            </a:r>
            <a:r>
              <a:rPr lang="en-US" dirty="0" smtClean="0"/>
              <a:t>Indian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Chinese 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Fast </a:t>
            </a:r>
            <a:r>
              <a:rPr lang="en-US" dirty="0" smtClean="0"/>
              <a:t>Food </a:t>
            </a:r>
          </a:p>
          <a:p>
            <a:endParaRPr lang="en-US" dirty="0" smtClean="0"/>
          </a:p>
          <a:p>
            <a:r>
              <a:rPr lang="en-US" dirty="0" smtClean="0"/>
              <a:t>Insight</a:t>
            </a:r>
            <a:r>
              <a:rPr lang="en-US" dirty="0" smtClean="0"/>
              <a:t>: Multi-cuisine restaurants perform better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37048"/>
          </a:xfrm>
        </p:spPr>
        <p:txBody>
          <a:bodyPr/>
          <a:lstStyle/>
          <a:p>
            <a:r>
              <a:rPr lang="en-US" b="1" dirty="0" smtClean="0"/>
              <a:t>Slide 11: Votes </a:t>
            </a:r>
            <a:r>
              <a:rPr lang="en-US" b="1" dirty="0" err="1" smtClean="0"/>
              <a:t>vs</a:t>
            </a:r>
            <a:r>
              <a:rPr lang="en-US" b="1" dirty="0" smtClean="0"/>
              <a:t> Rating</a:t>
            </a:r>
          </a:p>
          <a:p>
            <a:endParaRPr lang="en-US" dirty="0" smtClean="0"/>
          </a:p>
          <a:p>
            <a:r>
              <a:rPr lang="en-US" dirty="0" smtClean="0"/>
              <a:t>Restaurants </a:t>
            </a:r>
            <a:r>
              <a:rPr lang="en-US" dirty="0" smtClean="0"/>
              <a:t>with more votes tend to have stable ratings </a:t>
            </a:r>
          </a:p>
          <a:p>
            <a:endParaRPr lang="en-US" dirty="0" smtClean="0"/>
          </a:p>
          <a:p>
            <a:r>
              <a:rPr lang="en-US" dirty="0" smtClean="0"/>
              <a:t>High </a:t>
            </a:r>
            <a:r>
              <a:rPr lang="en-US" dirty="0" smtClean="0"/>
              <a:t>engagement → higher credibility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260848"/>
          </a:xfrm>
        </p:spPr>
        <p:txBody>
          <a:bodyPr>
            <a:normAutofit/>
          </a:bodyPr>
          <a:lstStyle/>
          <a:p>
            <a:r>
              <a:rPr lang="en-US" b="1" dirty="0" smtClean="0"/>
              <a:t>Slide 12: Table Booking Analysis</a:t>
            </a:r>
          </a:p>
          <a:p>
            <a:endParaRPr lang="en-US" dirty="0" smtClean="0"/>
          </a:p>
          <a:p>
            <a:r>
              <a:rPr lang="en-US" dirty="0" smtClean="0"/>
              <a:t>Restaurants </a:t>
            </a:r>
            <a:r>
              <a:rPr lang="en-US" dirty="0" smtClean="0"/>
              <a:t>with table booking: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Usually </a:t>
            </a:r>
            <a:r>
              <a:rPr lang="en-US" dirty="0" smtClean="0"/>
              <a:t>higher rated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More </a:t>
            </a:r>
            <a:r>
              <a:rPr lang="en-US" dirty="0" smtClean="0"/>
              <a:t>premium </a:t>
            </a:r>
          </a:p>
          <a:p>
            <a:endParaRPr lang="en-US" dirty="0" smtClean="0"/>
          </a:p>
          <a:p>
            <a:r>
              <a:rPr lang="en-US" dirty="0" smtClean="0"/>
              <a:t>Insight</a:t>
            </a:r>
            <a:r>
              <a:rPr lang="en-US" dirty="0" smtClean="0"/>
              <a:t>: Premium services improve customer perception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37048"/>
          </a:xfrm>
        </p:spPr>
        <p:txBody>
          <a:bodyPr>
            <a:normAutofit/>
          </a:bodyPr>
          <a:lstStyle/>
          <a:p>
            <a:r>
              <a:rPr lang="en-US" b="1" dirty="0" smtClean="0"/>
              <a:t>Slide 13: Key Insights</a:t>
            </a:r>
          </a:p>
          <a:p>
            <a:endParaRPr lang="en-US" dirty="0" smtClean="0"/>
          </a:p>
          <a:p>
            <a:r>
              <a:rPr lang="en-US" dirty="0" smtClean="0"/>
              <a:t>Online </a:t>
            </a:r>
            <a:r>
              <a:rPr lang="en-US" dirty="0" smtClean="0"/>
              <a:t>delivery boosts restaurant reach </a:t>
            </a:r>
          </a:p>
          <a:p>
            <a:endParaRPr lang="en-US" dirty="0" smtClean="0"/>
          </a:p>
          <a:p>
            <a:r>
              <a:rPr lang="en-US" dirty="0" smtClean="0"/>
              <a:t>Mid-range </a:t>
            </a:r>
            <a:r>
              <a:rPr lang="en-US" dirty="0" smtClean="0"/>
              <a:t>pricing attracts more customers </a:t>
            </a:r>
          </a:p>
          <a:p>
            <a:endParaRPr lang="en-US" dirty="0" smtClean="0"/>
          </a:p>
          <a:p>
            <a:r>
              <a:rPr lang="en-US" dirty="0" smtClean="0"/>
              <a:t>Ratings </a:t>
            </a:r>
            <a:r>
              <a:rPr lang="en-US" dirty="0" smtClean="0"/>
              <a:t>depend on both quality &amp; engagement </a:t>
            </a:r>
          </a:p>
          <a:p>
            <a:endParaRPr lang="en-US" dirty="0" smtClean="0"/>
          </a:p>
          <a:p>
            <a:r>
              <a:rPr lang="en-US" dirty="0" smtClean="0"/>
              <a:t>Location </a:t>
            </a:r>
            <a:r>
              <a:rPr lang="en-US" dirty="0" smtClean="0"/>
              <a:t>plays a major role in success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26084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Slide 14: Conclusion</a:t>
            </a:r>
          </a:p>
          <a:p>
            <a:endParaRPr lang="en-US" dirty="0" smtClean="0"/>
          </a:p>
          <a:p>
            <a:r>
              <a:rPr lang="en-US" dirty="0" err="1" smtClean="0"/>
              <a:t>Zomato</a:t>
            </a:r>
            <a:r>
              <a:rPr lang="en-US" dirty="0" smtClean="0"/>
              <a:t> </a:t>
            </a:r>
            <a:r>
              <a:rPr lang="en-US" dirty="0" smtClean="0"/>
              <a:t>dataset reveals strong urban food trends </a:t>
            </a:r>
          </a:p>
          <a:p>
            <a:endParaRPr lang="en-US" dirty="0" smtClean="0"/>
          </a:p>
          <a:p>
            <a:r>
              <a:rPr lang="en-US" dirty="0" smtClean="0"/>
              <a:t>Customer </a:t>
            </a:r>
            <a:r>
              <a:rPr lang="en-US" dirty="0" smtClean="0"/>
              <a:t>behavior favors: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Convenience </a:t>
            </a:r>
            <a:r>
              <a:rPr lang="en-US" dirty="0" smtClean="0"/>
              <a:t>(delivery)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Variety </a:t>
            </a:r>
            <a:r>
              <a:rPr lang="en-US" dirty="0" smtClean="0"/>
              <a:t>(cuisines)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Value </a:t>
            </a:r>
            <a:r>
              <a:rPr lang="en-US" dirty="0" smtClean="0"/>
              <a:t>for money </a:t>
            </a:r>
          </a:p>
          <a:p>
            <a:endParaRPr lang="en-US" dirty="0" smtClean="0"/>
          </a:p>
          <a:p>
            <a:r>
              <a:rPr lang="en-US" dirty="0" smtClean="0"/>
              <a:t>Data-driven </a:t>
            </a:r>
            <a:r>
              <a:rPr lang="en-US" dirty="0" smtClean="0"/>
              <a:t>strategies can improve restaurant performance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37048"/>
          </a:xfrm>
        </p:spPr>
        <p:txBody>
          <a:bodyPr/>
          <a:lstStyle/>
          <a:p>
            <a:r>
              <a:rPr lang="en-US" b="1" dirty="0" smtClean="0"/>
              <a:t>Slide 15: Future Work</a:t>
            </a:r>
          </a:p>
          <a:p>
            <a:endParaRPr lang="en-US" dirty="0" smtClean="0"/>
          </a:p>
          <a:p>
            <a:r>
              <a:rPr lang="en-US" dirty="0" smtClean="0"/>
              <a:t>Build </a:t>
            </a:r>
            <a:r>
              <a:rPr lang="en-US" dirty="0" smtClean="0"/>
              <a:t>recommendation system </a:t>
            </a:r>
          </a:p>
          <a:p>
            <a:endParaRPr lang="en-US" dirty="0" smtClean="0"/>
          </a:p>
          <a:p>
            <a:r>
              <a:rPr lang="en-US" dirty="0" smtClean="0"/>
              <a:t>Predict </a:t>
            </a:r>
            <a:r>
              <a:rPr lang="en-US" dirty="0" smtClean="0"/>
              <a:t>restaurant ratings using ML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Sentiment </a:t>
            </a:r>
            <a:r>
              <a:rPr lang="en-US" dirty="0" smtClean="0"/>
              <a:t>analysis on reviews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58</TotalTime>
  <Words>370</Words>
  <Application>Microsoft Office PowerPoint</Application>
  <PresentationFormat>On-screen Show (4:3)</PresentationFormat>
  <Paragraphs>141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Aspect</vt:lpstr>
      <vt:lpstr>Zomato Data Analysis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Data Analysis</dc:title>
  <dc:creator>sai</dc:creator>
  <cp:lastModifiedBy>sai</cp:lastModifiedBy>
  <cp:revision>8</cp:revision>
  <dcterms:created xsi:type="dcterms:W3CDTF">2026-03-21T13:17:58Z</dcterms:created>
  <dcterms:modified xsi:type="dcterms:W3CDTF">2026-03-28T17:56:09Z</dcterms:modified>
</cp:coreProperties>
</file>